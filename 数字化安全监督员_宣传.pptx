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045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64008" cy="6400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2194560" y="640080"/>
            <a:ext cx="54864" cy="5486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132320" y="1188720"/>
            <a:ext cx="73152" cy="73152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863840" y="82296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645920" y="4023360"/>
            <a:ext cx="54864" cy="5486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98080" y="4206240"/>
            <a:ext cx="64008" cy="6400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29600" y="320040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数字化安全监督员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852928" y="2386584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powerful HSE compliance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v3.15  ·  中燃集团 AI 创新创意大赛 · 赛道三</a:t>
            </a:r>
            <a:endParaRPr lang="en-US" sz="11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50976" y="1133856"/>
            <a:ext cx="109728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2048256" y="1133856"/>
            <a:ext cx="731520" cy="73152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50976" y="1499616"/>
            <a:ext cx="182880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37376" y="1408176"/>
            <a:ext cx="100584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 flipV="1">
            <a:off x="7443216" y="1042416"/>
            <a:ext cx="640080" cy="73152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 flipV="1">
            <a:off x="6437376" y="1042416"/>
            <a:ext cx="164592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408176" y="3511296"/>
            <a:ext cx="118872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894576" y="3602736"/>
            <a:ext cx="100584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14400" y="1463040"/>
            <a:ext cx="82296" cy="82296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011680" y="109728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743200" y="1828800"/>
            <a:ext cx="54864" cy="54864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406640" y="1737360"/>
            <a:ext cx="54864" cy="54864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371600" y="347472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60320" y="3840480"/>
            <a:ext cx="45720" cy="45720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858000" y="3566160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863840" y="3931920"/>
            <a:ext cx="54864" cy="54864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31520" y="2057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拍照一张带气作业票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秒完成识别 · 校验 · 审批建议</a:t>
            </a:r>
            <a:endParaRPr lang="en-US" sz="2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一线痛点。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04672" y="1600200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0467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单票人工传递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90779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90779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易漏检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0779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项措施 × 5 列确认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01091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1091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1091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审批凭人工经验，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自动化审核更规范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11403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11403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数据沉睡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纸质归档，无法统计隐患</a:t>
            </a:r>
            <a:endParaRPr lang="en-US" sz="13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一句话，跑通全流程。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88720" y="2240280"/>
            <a:ext cx="676656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304800" dist="762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417320" y="23317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拍一张带气作业票，自动审批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35040" y="23317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安全监督员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0920" y="235000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6092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 → 推理 → 反思 → 执行 → 总结（审批结果）</a:t>
            </a:r>
            <a:endParaRPr lang="en-US" sz="14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73152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04800" dist="762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8872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MDJZR…1007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作业等级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25×5 齐全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自动通过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676656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887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安全措施落实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34440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90472" y="2633472"/>
            <a:ext cx="164592" cy="4297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746504" y="2523744"/>
            <a:ext cx="164592" cy="539496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002536" y="2414016"/>
            <a:ext cx="164592" cy="649224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258568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514600" y="2633472"/>
            <a:ext cx="164592" cy="4297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770632" y="2523744"/>
            <a:ext cx="164592" cy="539496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026664" y="2414016"/>
            <a:ext cx="164592" cy="649224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82696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538728" y="2404872"/>
            <a:ext cx="164592" cy="6583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794760" y="2295144"/>
            <a:ext cx="164592" cy="768096"/>
          </a:xfrm>
          <a:prstGeom prst="roundRect">
            <a:avLst>
              <a:gd name="adj" fmla="val 16667"/>
            </a:avLst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050792" y="2185416"/>
            <a:ext cx="164592" cy="877824"/>
          </a:xfrm>
          <a:prstGeom prst="roundRect">
            <a:avLst>
              <a:gd name="adj" fmla="val 16667"/>
            </a:avLst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846320" y="196596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02920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审批建议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423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同意作业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通过审批 · 天气正常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4206240"/>
            <a:ext cx="585216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874520" y="4279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处理这张带气作业票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3720" y="4297680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9037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3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从人工传递、人工审核，到 15 秒闭环。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818888" y="1920240"/>
            <a:ext cx="914" cy="2377440"/>
          </a:xfrm>
          <a:prstGeom prst="line">
            <a:avLst/>
          </a:prstGeom>
          <a:noFill/>
          <a:ln w="19050">
            <a:solidFill>
              <a:srgbClr val="5B8D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54880" y="1865376"/>
            <a:ext cx="128016" cy="128016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202936" y="2194560"/>
            <a:ext cx="914" cy="2103120"/>
          </a:xfrm>
          <a:prstGeom prst="line">
            <a:avLst/>
          </a:prstGeom>
          <a:noFill/>
          <a:ln w="19050">
            <a:solidFill>
              <a:srgbClr val="5B8D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38928" y="2139696"/>
            <a:ext cx="128016" cy="128016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586984" y="2468880"/>
            <a:ext cx="914" cy="1828800"/>
          </a:xfrm>
          <a:prstGeom prst="line">
            <a:avLst/>
          </a:prstGeom>
          <a:noFill/>
          <a:ln w="19050">
            <a:solidFill>
              <a:srgbClr val="6B98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522976" y="2414016"/>
            <a:ext cx="128016" cy="128016"/>
          </a:xfrm>
          <a:prstGeom prst="rect">
            <a:avLst/>
          </a:prstGeom>
          <a:solidFill>
            <a:srgbClr val="6B98F0"/>
          </a:solidFill>
          <a:ln w="12700">
            <a:solidFill>
              <a:srgbClr val="6B9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971032" y="2743200"/>
            <a:ext cx="914" cy="1554480"/>
          </a:xfrm>
          <a:prstGeom prst="line">
            <a:avLst/>
          </a:prstGeom>
          <a:noFill/>
          <a:ln w="19050">
            <a:solidFill>
              <a:srgbClr val="7BA3F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907024" y="2688336"/>
            <a:ext cx="128016" cy="128016"/>
          </a:xfrm>
          <a:prstGeom prst="rect">
            <a:avLst/>
          </a:prstGeom>
          <a:solidFill>
            <a:srgbClr val="7BA3F2"/>
          </a:solidFill>
          <a:ln w="12700">
            <a:solidFill>
              <a:srgbClr val="7BA3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355080" y="3017520"/>
            <a:ext cx="914" cy="1280160"/>
          </a:xfrm>
          <a:prstGeom prst="line">
            <a:avLst/>
          </a:prstGeom>
          <a:noFill/>
          <a:ln w="19050">
            <a:solidFill>
              <a:srgbClr val="8BAEF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291072" y="2962656"/>
            <a:ext cx="128016" cy="128016"/>
          </a:xfrm>
          <a:prstGeom prst="rect">
            <a:avLst/>
          </a:prstGeom>
          <a:solidFill>
            <a:srgbClr val="8BAEF3"/>
          </a:solidFill>
          <a:ln w="12700">
            <a:solidFill>
              <a:srgbClr val="8BAE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739128" y="3291840"/>
            <a:ext cx="914" cy="1005840"/>
          </a:xfrm>
          <a:prstGeom prst="line">
            <a:avLst/>
          </a:prstGeom>
          <a:noFill/>
          <a:ln w="19050">
            <a:solidFill>
              <a:srgbClr val="9BB9F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675120" y="3236976"/>
            <a:ext cx="128016" cy="128016"/>
          </a:xfrm>
          <a:prstGeom prst="rect">
            <a:avLst/>
          </a:prstGeom>
          <a:solidFill>
            <a:srgbClr val="9BB9F5"/>
          </a:solidFill>
          <a:ln w="12700">
            <a:solidFill>
              <a:srgbClr val="9BB9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123176" y="3520440"/>
            <a:ext cx="914" cy="777240"/>
          </a:xfrm>
          <a:prstGeom prst="line">
            <a:avLst/>
          </a:prstGeom>
          <a:noFill/>
          <a:ln w="19050">
            <a:solidFill>
              <a:srgbClr val="ABC4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059168" y="3465576"/>
            <a:ext cx="128016" cy="128016"/>
          </a:xfrm>
          <a:prstGeom prst="rect">
            <a:avLst/>
          </a:prstGeom>
          <a:solidFill>
            <a:srgbClr val="ABC4F6"/>
          </a:solidFill>
          <a:ln w="12700">
            <a:solidFill>
              <a:srgbClr val="ABC4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507224" y="3749040"/>
            <a:ext cx="914" cy="548640"/>
          </a:xfrm>
          <a:prstGeom prst="line">
            <a:avLst/>
          </a:prstGeom>
          <a:noFill/>
          <a:ln w="19050">
            <a:solidFill>
              <a:srgbClr val="BBCF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443216" y="3694176"/>
            <a:ext cx="128016" cy="128016"/>
          </a:xfrm>
          <a:prstGeom prst="rect">
            <a:avLst/>
          </a:prstGeom>
          <a:solidFill>
            <a:srgbClr val="BBCFF8"/>
          </a:solidFill>
          <a:ln w="12700">
            <a:solidFill>
              <a:srgbClr val="BBCF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891272" y="3931920"/>
            <a:ext cx="914" cy="365760"/>
          </a:xfrm>
          <a:prstGeom prst="line">
            <a:avLst/>
          </a:prstGeom>
          <a:noFill/>
          <a:ln w="19050">
            <a:solidFill>
              <a:srgbClr val="CBDAF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827264" y="3877056"/>
            <a:ext cx="128016" cy="128016"/>
          </a:xfrm>
          <a:prstGeom prst="rect">
            <a:avLst/>
          </a:prstGeom>
          <a:solidFill>
            <a:srgbClr val="CBDAF9"/>
          </a:solidFill>
          <a:ln w="12700">
            <a:solidFill>
              <a:srgbClr val="CBDA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275320" y="4041648"/>
            <a:ext cx="914" cy="256032"/>
          </a:xfrm>
          <a:prstGeom prst="line">
            <a:avLst/>
          </a:prstGeom>
          <a:noFill/>
          <a:ln w="19050">
            <a:solidFill>
              <a:srgbClr val="D1D1D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211312" y="3986784"/>
            <a:ext cx="128016" cy="128016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72000" y="1691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</a:t>
            </a:r>
            <a:endParaRPr lang="en-US" sz="10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合规校验、可审计闭环。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五个阶段 · 总结输出审批结果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5216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216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模板对齐 + OCR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勾选格物理识别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57984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286000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结构化字段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票号 / 等级 / 签批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58768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986784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86784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86784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25×5 规则校验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失败自动重试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59552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687568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7568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87568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分级路由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 + 本地入库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0336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388352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88352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88352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审批结果输出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决策链可审计</a:t>
            </a:r>
            <a:endParaRPr lang="en-US" sz="1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端到端，数据不出企。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4124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4124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WebUI 即用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手机浏览器拍照上传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无需专用客户端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3016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63016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OCR + LLM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016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私有化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企业大模型可接入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1908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1908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禁止静默兜底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1908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识别不到不编造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漏项即阻断放行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4124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4124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 AI 表格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自动通过 / 人工介入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消息触达主管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63016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63016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决策链日志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3016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每步可审计追溯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支撑复盘与合规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1908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1908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条件路由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908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二级无隐患自动过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一级推送人工介入</a:t>
            </a:r>
            <a:endParaRPr lang="en-US" sz="1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规则清晰。放行有据。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0120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安全措施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2070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项 × 5 列，√ / × / \ 全覆盖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73152" cy="566928"/>
          </a:xfrm>
          <a:prstGeom prst="rect">
            <a:avLst/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0120" y="1865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作业等级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18653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 / 二级识别，一级最高危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14016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414016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日期签名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252374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作业时间、完工、签批五列齐全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73152" cy="566928"/>
          </a:xfrm>
          <a:prstGeom prst="rect">
            <a:avLst/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60120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隐患处置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31821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与空白记隐患，推送钉钉介入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730752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6012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识别失败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38404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不编造字段，禁止兜底通过</a:t>
            </a:r>
            <a:endParaRPr lang="en-US" sz="14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498080" y="109728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828800" y="411480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0" y="402336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数字化安全监督员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让每一张作业票，都经得起检查。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063240"/>
            <a:ext cx="1828800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  ·  识别  ·  校验  ·  审批  ·  留痕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中燃集团 AI 创新创意大赛  ·  流程自动化与审批助手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234</Words>
  <Application>Microsoft Office PowerPoint</Application>
  <PresentationFormat>全屏显示(16:9)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数字化安全监督员 · 宣传</dc:title>
  <dc:subject>燃气 HSE 带气作业票 AI 审批助手</dc:subject>
  <dc:creator>数字化安全监督员</dc:creator>
  <cp:lastModifiedBy>hui zhang</cp:lastModifiedBy>
  <cp:revision>1</cp:revision>
  <dcterms:created xsi:type="dcterms:W3CDTF">2026-07-14T01:55:59Z</dcterms:created>
  <dcterms:modified xsi:type="dcterms:W3CDTF">2026-07-14T02:10:40Z</dcterms:modified>
</cp:coreProperties>
</file>